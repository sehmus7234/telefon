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Açılış: proje adı ve kısa tanım. Koyu lacivert zemin uygulama temasıyla uyumlu.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planı. Her başlık bir sonraki slayta karşılık gelir.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Projenin ne yaptığını tek slaytta özetler.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Teknoloji seçimleri tablo halinde.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Electron'un standart güvenli mimarisi.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Kullanıcıya değer katan başlıca işlevler.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Cihaz erişimi olan bir uygulama için kritik katman.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Sürdürülebilirlik için test ve kalite altyapısı.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Uçtan uca dağıtım hattı.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Kapanış: proje açık kaynak, katkıya açık.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Telefon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Android Cihaz Yönetimi ve Yedekleme — Electron + React + TypeScript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Gündem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Proje tanımı ve amaç</a:t>
            </a:r>
          </a:p>
          <a:p>
            <a:pPr/>
            <a:r>
              <a:rPr/>
              <a:t>Teknoloji yığını</a:t>
            </a:r>
          </a:p>
          <a:p>
            <a:pPr/>
            <a:r>
              <a:rPr/>
              <a:t>Mimari (üç süreç modeli)</a:t>
            </a:r>
          </a:p>
          <a:p>
            <a:pPr/>
            <a:r>
              <a:rPr/>
              <a:t>Öne çıkan özellikler</a:t>
            </a:r>
          </a:p>
          <a:p>
            <a:pPr/>
            <a:r>
              <a:rPr/>
              <a:t>Güvenlik modeli</a:t>
            </a:r>
          </a:p>
          <a:p>
            <a:pPr/>
            <a:r>
              <a:rPr/>
              <a:t>Test ve kod kalitesi</a:t>
            </a:r>
          </a:p>
          <a:p>
            <a:pPr/>
            <a:r>
              <a:rPr/>
              <a:t>Paketleme ve dağıtım</a:t>
            </a:r>
          </a:p>
          <a:p>
            <a:pPr/>
            <a:r>
              <a:rPr/>
              <a:t>Sonuç ve gelecek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 Tanımı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Android cihazları masaüstünden yönetmek için açık kaynak uygulama</a:t>
            </a:r>
          </a:p>
          <a:p>
            <a:pPr/>
            <a:r>
              <a:rPr/>
              <a:t>USB (ADB) ile bağlanan cihazları otomatik algılar</a:t>
            </a:r>
          </a:p>
          <a:p>
            <a:pPr/>
            <a:r>
              <a:rPr/>
              <a:t>Donanım bilgisi: model, pil, ekran, CPU/RAM, depolama, root durumu</a:t>
            </a:r>
          </a:p>
          <a:p>
            <a:pPr/>
            <a:r>
              <a:rPr/>
              <a:t>Yedekleme: fotoğraf, kişi, SMS ve uygulama verileri</a:t>
            </a:r>
          </a:p>
          <a:p>
            <a:pPr/>
            <a:r>
              <a:rPr/>
              <a:t>Dosya tarayıcı: listele, aktar, sil, önizleme</a:t>
            </a:r>
          </a:p>
          <a:p>
            <a:pPr/>
            <a:r>
              <a:rPr/>
              <a:t>12 donanım testi + PDF rapor</a:t>
            </a:r>
          </a:p>
          <a:p>
            <a:pPr/>
            <a:r>
              <a:rPr/>
              <a:t>scrcpy ile ekran yansıtma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Teknoloji Yığını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554480"/>
          <a:ext cx="100584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029200"/>
              </a:tblGrid>
              <a:tr h="525780">
                <a:tc>
                  <a:txBody>
                    <a:bodyPr/>
                    <a:lstStyle/>
                    <a:p>
                      <a:r>
                        <a:t>Katman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Teknoloji</a:t>
                      </a:r>
                    </a:p>
                  </a:txBody>
                  <a:tcPr/>
                </a:tc>
              </a:tr>
              <a:tr h="525780">
                <a:tc>
                  <a:txBody>
                    <a:bodyPr/>
                    <a:lstStyle/>
                    <a:p>
                      <a:r>
                        <a:t>Masaüstü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Electron 33 (main + preload + renderer)</a:t>
                      </a:r>
                    </a:p>
                  </a:txBody>
                  <a:tcPr/>
                </a:tc>
              </a:tr>
              <a:tr h="525780">
                <a:tc>
                  <a:txBody>
                    <a:bodyPr/>
                    <a:lstStyle/>
                    <a:p>
                      <a:r>
                        <a:t>Arayüz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React 18 + TypeScript + TailwindCSS</a:t>
                      </a:r>
                    </a:p>
                  </a:txBody>
                  <a:tcPr/>
                </a:tc>
              </a:tr>
              <a:tr h="525780">
                <a:tc>
                  <a:txBody>
                    <a:bodyPr/>
                    <a:lstStyle/>
                    <a:p>
                      <a:r>
                        <a:t>Durum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Zustand</a:t>
                      </a:r>
                    </a:p>
                  </a:txBody>
                  <a:tcPr/>
                </a:tc>
              </a:tr>
              <a:tr h="525780">
                <a:tc>
                  <a:txBody>
                    <a:bodyPr/>
                    <a:lstStyle/>
                    <a:p>
                      <a:r>
                        <a:t>Derleme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electron-vite (esbuild + Vite)</a:t>
                      </a:r>
                    </a:p>
                  </a:txBody>
                  <a:tcPr/>
                </a:tc>
              </a:tr>
              <a:tr h="525780">
                <a:tc>
                  <a:txBody>
                    <a:bodyPr/>
                    <a:lstStyle/>
                    <a:p>
                      <a:r>
                        <a:t>Veritabanı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better-sqlite3 (WAL)</a:t>
                      </a:r>
                    </a:p>
                  </a:txBody>
                  <a:tcPr/>
                </a:tc>
              </a:tr>
              <a:tr h="525780">
                <a:tc>
                  <a:txBody>
                    <a:bodyPr/>
                    <a:lstStyle/>
                    <a:p>
                      <a:r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Jest + ts-jest + RTL + Playwright</a:t>
                      </a:r>
                    </a:p>
                  </a:txBody>
                  <a:tcPr/>
                </a:tc>
              </a:tr>
              <a:tr h="525780">
                <a:tc>
                  <a:txBody>
                    <a:bodyPr/>
                    <a:lstStyle/>
                    <a:p>
                      <a:r>
                        <a:t>Kalite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ESLint 9 + Prettier + Husky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Mimari: Üç Süreç Modeli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Main (src/main) — Node yetkisi: ADB servisleri, SQLite, yedekleme, güvenlik</a:t>
            </a:r>
          </a:p>
          <a:p>
            <a:pPr/>
            <a:r>
              <a:rPr/>
              <a:t>Preload (src/preload) — contextBridge ile güvenli köprü</a:t>
            </a:r>
          </a:p>
          <a:p>
            <a:pPr/>
            <a:r>
              <a:rPr/>
              <a:t>Renderer (src/renderer) — React arayüzü (nodeIntegration kapalı)</a:t>
            </a:r>
          </a:p>
          <a:p>
            <a:pPr/>
            <a:r>
              <a:rPr/>
              <a:t>IPC: ipcMain.handle ile istek/yanıt; uzun işler runId + progress</a:t>
            </a:r>
          </a:p>
          <a:p>
            <a:pPr/>
            <a:r>
              <a:rPr/>
              <a:t>Ortak tipler: @shared/types hem main hem renderer'da tutarlı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Öne Çıkan Özellikler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Cihaz algılama: adb devices polling + diff (bağlan/ayrıl bildirimi)</a:t>
            </a:r>
          </a:p>
          <a:p>
            <a:pPr/>
            <a:r>
              <a:rPr/>
              <a:t>ADB servis katmanı: binary bulma, timeout, abort, komut kuyruğu</a:t>
            </a:r>
          </a:p>
          <a:p>
            <a:pPr/>
            <a:r>
              <a:rPr/>
              <a:t>Yedekleme motoru: aşamalı, zip, ilerleme, iptal, restore</a:t>
            </a:r>
          </a:p>
          <a:p>
            <a:pPr/>
            <a:r>
              <a:rPr/>
              <a:t>Dosya tarayıcı: thumbnail, sürükle-bırak, çoklu seçim</a:t>
            </a:r>
          </a:p>
          <a:p>
            <a:pPr/>
            <a:r>
              <a:rPr/>
              <a:t>Cihaz testleri: ekran/dokunmatik/ses/kamera/pil + PDF rapor</a:t>
            </a:r>
          </a:p>
          <a:p>
            <a:pPr/>
            <a:r>
              <a:rPr/>
              <a:t>Hata yönetimi: Türkçe hata çevirisi, retry, çökme raporu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Güvenlik Modeli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IPC whitelist + contextIsolation (renderer'a ham erişim yok)</a:t>
            </a:r>
          </a:p>
          <a:p>
            <a:pPr/>
            <a:r>
              <a:rPr/>
              <a:t>Hassas veri maskeleme: IMEI, MAC, seri no, token, parola</a:t>
            </a:r>
          </a:p>
          <a:p>
            <a:pPr/>
            <a:r>
              <a:rPr/>
              <a:t>Tehlikeli ADB komutları için kullanıcı onayı</a:t>
            </a:r>
          </a:p>
          <a:p>
            <a:pPr/>
            <a:r>
              <a:rPr/>
              <a:t>AES-256-GCM şifreleme: hassas veri, yedek ve ayarlar</a:t>
            </a:r>
          </a:p>
          <a:p>
            <a:pPr/>
            <a:r>
              <a:rPr/>
              <a:t>ADB RSA anahtar + parmak izi doğrulaması</a:t>
            </a:r>
          </a:p>
          <a:p>
            <a:pPr/>
            <a:r>
              <a:rPr/>
              <a:t>Oturum kilidi ve güvenlik güncelleme kontrolü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ve Kod Kalitesi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60 birim/bileşen testi (Jest + ts-jest, React Testing Library)</a:t>
            </a:r>
          </a:p>
          <a:p>
            <a:pPr/>
            <a:r>
              <a:rPr/>
              <a:t>ADB servisleri sahte adb ikilisiyle headless test edilir</a:t>
            </a:r>
          </a:p>
          <a:p>
            <a:pPr/>
            <a:r>
              <a:rPr/>
              <a:t>E2E: Playwright _electron ile uygulama açılış testi</a:t>
            </a:r>
          </a:p>
          <a:p>
            <a:pPr/>
            <a:r>
              <a:rPr/>
              <a:t>TypeScript strict + ek bayraklar; typecheck kapısı</a:t>
            </a:r>
          </a:p>
          <a:p>
            <a:pPr/>
            <a:r>
              <a:rPr/>
              <a:t>ESLint 9 + Prettier + Husky pre-commit (lint-staged)</a:t>
            </a:r>
          </a:p>
          <a:p>
            <a:pPr/>
            <a:r>
              <a:rPr/>
              <a:t>GitHub Actions CI: her push'ta lint + typecheck + test + coverage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Paketleme ve Dağıtım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Windows: .exe (NSIS kurulumcusu)</a:t>
            </a:r>
          </a:p>
          <a:p>
            <a:pPr/>
            <a:r>
              <a:rPr/>
              <a:t>macOS: .dmg + .zip</a:t>
            </a:r>
          </a:p>
          <a:p>
            <a:pPr/>
            <a:r>
              <a:rPr/>
              <a:t>Linux: .AppImage + .deb (doğrulandı)</a:t>
            </a:r>
          </a:p>
          <a:p>
            <a:pPr/>
            <a:r>
              <a:rPr/>
              <a:t>Otomatik güncelleme: GitHub Releases üzerinden electron-updater</a:t>
            </a:r>
          </a:p>
          <a:p>
            <a:pPr/>
            <a:r>
              <a:rPr/>
              <a:t>CI/CD: v* etiketi itilince üç platform kurulumcusu üretilir</a:t>
            </a:r>
          </a:p>
          <a:p>
            <a:pPr/>
            <a:r>
              <a:rPr/>
              <a:t>Kod imzalama: Windows Authenticode, macOS notarizasyon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Sonuç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Açık kaynak (MIT) — Teşekkürler, sorular?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